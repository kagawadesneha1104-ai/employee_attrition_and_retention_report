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Data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&amp; Pandas workflow turning 1,020 messy employee records into clean, decision-ready workforce insights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does, and what it deliberately does not 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Data Analysis is a Python-based analytics project that inspects, cleans, transforms, analyzes, and visualizes employee data across demographic, organizational, salary, performance, status, and remote-work attributes.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93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employee data analysis and visualization — it does not build a machine-learning attrition prediction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5544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3524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info() and describe() on the raw dataset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86600" y="26060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Filter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iloc/loc, isin(), between(), query(), multi-condition filters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86600" y="3657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3524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35240" y="3931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bonus &amp; Total_salary fields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86600" y="4709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Visualize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35240" y="4983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plus 7 Matplotlib charts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stages from raw records to a clean, exported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0428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2452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500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275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85248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49840" y="187452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22992" y="222199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04288" y="39319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6888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4203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24528" y="39319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8912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6227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44768" y="39319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936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8251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Analysis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65008" y="39319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F4F7FB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0275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985248" y="39319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149840" y="3520440"/>
            <a:ext cx="1755648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</p:spPr>
      </p:sp>
      <p:sp>
        <p:nvSpPr>
          <p:cNvPr id="48" name="Text 46"/>
          <p:cNvSpPr/>
          <p:nvPr/>
        </p:nvSpPr>
        <p:spPr>
          <a:xfrm>
            <a:off x="1024128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222992" y="3867912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Cleaning the Raw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contained missing values and duplicate records, resolved before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with df.isnull() and df.isnull().sum()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calculated for Age — mean-based fill demonstrated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calculated for Salary — median-based fill demonstrated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checked for Department_Region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rows with missing values removed via df.dropna()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3317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df.duplicated() and .sum() for a count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displayed for manual inspection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using df.drop_duplicates(inplace=True)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shape re-checked after removal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Analysis &amp; Total Compensation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plus a derived Total_salary field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39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df["Salary"].sum()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0998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df["Salary"].mean() / .median()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0599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&amp; lowest-paid employees identified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62356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/ Variance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020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df["Salary"].std() / .var()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650992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Salary-based filtering was also applied — e.g. employees earning above $70,000, and employees below the average salary.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1463040"/>
            <a:ext cx="5120640" cy="461772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COMPENSATION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bonus was added to every employee, then combined with base salary.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12280" y="2697480"/>
            <a:ext cx="4480560" cy="9144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df["bonus"] = </a:t>
            </a:r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bonus applied to all employees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3794760"/>
            <a:ext cx="4480560" cy="1051560"/>
          </a:xfrm>
          <a:prstGeom prst="roundRect">
            <a:avLst>
              <a:gd name="adj" fmla="val 6087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Total_salary = Salary + bonus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basis for every salary-related chart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5074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$5,000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812280" y="5715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bonus added to base salary per employee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Suite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Matplotlib visualizations communicate employee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3134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Department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7063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headcount across Department_Region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3134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77063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of mean Total_salary per 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088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3134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Distribution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9088" y="277063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Total_salary values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07424" y="1691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2016" y="18562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72016" y="23134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Total Salary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277063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age against total salary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959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44165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87375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remote vs. non-remote employees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01568" y="3794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3959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66160" y="44165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487375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across performance categories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54496" y="3794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9088" y="39593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19088" y="44165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Distribution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19088" y="487375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Active / Pending / Inactive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Project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the Python data-science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filter, transform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64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538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14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288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environment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90872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640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038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7830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783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57032" y="17830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257032" y="1783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21824" y="17830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21824" y="1783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32004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33375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Employee_Attrition_and_Retention/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raw dataset/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cleaned dataset/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...Report.ipynb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presentation/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...Report.pptx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visualization/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7 chart images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employee data analytics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1,020 records across 12 employee-related columns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row/column selection, conditional filtering, and sorting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077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handled missing values; detected and removed duplicates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95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bonus field and calculated Total_salary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764792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664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department/region, status, remote-work, and performance patterns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386584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7 Matplotlib visualizations covering the full workforce picture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3008376"/>
            <a:ext cx="201168" cy="20116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9077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cleaned dataset to CSV, Excel, and JSON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Extendable toward advanced attrition &amp; retention prediction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2026-08-24T08:35:54Z</dcterms:created>
  <dcterms:modified xsi:type="dcterms:W3CDTF">2026-08-24T08:35:54Z</dcterms:modified>
</cp:coreProperties>
</file>